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3" r:id="rId4"/>
    <p:sldId id="264" r:id="rId5"/>
    <p:sldId id="260" r:id="rId6"/>
    <p:sldId id="261" r:id="rId7"/>
    <p:sldId id="262" r:id="rId8"/>
    <p:sldId id="265" r:id="rId9"/>
    <p:sldId id="276" r:id="rId10"/>
    <p:sldId id="266" r:id="rId11"/>
    <p:sldId id="267" r:id="rId12"/>
    <p:sldId id="268" r:id="rId13"/>
    <p:sldId id="272" r:id="rId14"/>
    <p:sldId id="269" r:id="rId15"/>
    <p:sldId id="270" r:id="rId16"/>
    <p:sldId id="271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9852" autoAdjust="0"/>
  </p:normalViewPr>
  <p:slideViewPr>
    <p:cSldViewPr snapToGrid="0">
      <p:cViewPr varScale="1">
        <p:scale>
          <a:sx n="114" d="100"/>
          <a:sy n="114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BD40F-64BD-4602-A180-E2125FCBA109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A3D16-92D5-4772-AB8C-F2B9DC84B17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8917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source: </a:t>
            </a:r>
            <a:r>
              <a:rPr lang="ro-RO" dirty="0"/>
              <a:t>https://distill.pub/2021/gnn-intro/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2467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U – </a:t>
            </a:r>
            <a:r>
              <a:rPr lang="ro-RO" dirty="0" err="1"/>
              <a:t>Graph</a:t>
            </a:r>
            <a:r>
              <a:rPr lang="ro-RO" dirty="0"/>
              <a:t> </a:t>
            </a:r>
            <a:r>
              <a:rPr lang="ro-RO" dirty="0" err="1"/>
              <a:t>level</a:t>
            </a:r>
            <a:endParaRPr lang="ro-RO" dirty="0"/>
          </a:p>
          <a:p>
            <a:r>
              <a:rPr lang="ro-RO" dirty="0"/>
              <a:t>V – </a:t>
            </a:r>
            <a:r>
              <a:rPr lang="ro-RO" dirty="0" err="1"/>
              <a:t>Node</a:t>
            </a:r>
            <a:r>
              <a:rPr lang="ro-RO" dirty="0"/>
              <a:t> </a:t>
            </a:r>
            <a:r>
              <a:rPr lang="ro-RO" dirty="0" err="1"/>
              <a:t>level</a:t>
            </a:r>
            <a:endParaRPr lang="ro-RO" dirty="0"/>
          </a:p>
          <a:p>
            <a:r>
              <a:rPr lang="ro-RO" dirty="0"/>
              <a:t>E – </a:t>
            </a:r>
            <a:r>
              <a:rPr lang="ro-RO" dirty="0" err="1"/>
              <a:t>Edge</a:t>
            </a:r>
            <a:r>
              <a:rPr lang="ro-RO" dirty="0"/>
              <a:t> </a:t>
            </a:r>
            <a:r>
              <a:rPr lang="ro-RO" dirty="0" err="1"/>
              <a:t>level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0327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F968C-8EE9-B4D0-A552-E4CA92A8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E43CB-14AF-91FB-2599-358DAA6A6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5F463-1537-2AE6-BB9B-9713070F0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BD421-2512-F949-A1A1-2FC7379B5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27248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9D6DA-98EB-6AC7-6A7A-C054D404C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DB50B-C817-6444-D9BD-80E2D2087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B90BF-ECB4-F902-F421-692A44C28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CB207-B04A-E637-E8B6-81B4CE9AA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57997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6D1E-A361-92C0-8892-95C2D867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9494A-919D-A933-9962-79F3974D1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023DF-7142-4A67-80CF-90B650DD1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2EC1C-84DD-2634-449A-AC1826EB0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4708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D825C-A061-D17A-80E3-C592BD9B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E2E05-C5DC-A817-0B80-47960714A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B66E0-6A05-2699-9EB5-766D735BD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85999-18F1-B07E-2628-F59E45F2C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02937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C94C-4F98-509C-3C8B-0CDCB78B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53BDF-92EE-CAC1-F94B-D9F3CDEEB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B1770-E909-53EE-F1AF-333037352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A109C-5E07-7B1B-417F-E9DE493A3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2339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5A57F-B95A-9F8A-A7A6-570C3EAE9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50CA8-B21F-9AE4-577A-F4BBFF044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3CCF8-32F2-C346-7A32-10AB7F400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F5A49-F5C5-5CA2-10DE-1849BA09A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9588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2543-7CE3-9C06-DDF2-EC0E4645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37854-0334-231F-3868-73374E53A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C1908-4865-14EC-452C-A43E2BC74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E65E7-9636-D9C7-D24E-8F8BDBCE2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59794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14621-5D82-7F6F-04EA-A18E88FFF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878F8-457E-1F59-50BF-DD448390B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87FA3-7E2C-5064-552A-12DD2E7D2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225B5-2240-FD6D-9223-40D21EBA9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3290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6A4D1-7B9C-6710-92CE-38FB6A5FD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9616D-7956-DA33-BAAA-A95D14923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95DBE-BBC4-E1FA-4D82-06558E0C5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525CC-B0C9-F283-F6BD-C82B154A1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2154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1B0BD-D609-7F1B-0C8C-FD58A39C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88335E-AAED-0ED3-6013-E6D4305CE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0F12E-12D1-07CD-6186-5145C8714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3CD9D-3812-CD7A-461B-D8656086E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81916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77B27-032A-8410-A30E-288F16E9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256AF-D2CA-EE82-7DCD-FBE72242F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B409C-142E-DE77-1510-28E0F61A5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B219E-2A70-1D4D-692E-90EB7219D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32255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2F127-AFCE-D2E0-80FB-67AE6122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36D22-6321-919E-7F87-174A2FA47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B6B16-F26C-C971-FDE8-1DD77B4FB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4D56C-DD00-A39E-DDF4-9092F3031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14612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4A5BD-D29F-F128-F509-73484BC3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2A116-C548-12B2-2907-A10C718C0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F0B8F-71A8-8FB8-3390-CF42DF54F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492EA-0BE3-FAD6-8AD5-B86D0DAAB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23629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37E7C-D721-3368-DB97-3DF03BC0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2E390-B741-ACFB-9CE2-FE0CF8A11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1E118-356E-5F2B-BAF7-9EB4240AE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59F3B-C136-700B-C0D7-91167E6E4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A3D16-92D5-4772-AB8C-F2B9DC84B172}" type="slidenum">
              <a:rPr lang="ro-RO" smtClean="0"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65904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DCFC-661C-2ABD-36B0-662E41466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698D9-BB93-1030-90E2-181C27233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B54F0-E8BB-C9C4-905B-A6C23B898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B497D-8F90-6DE9-2FE7-AE509725A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0B02C-168A-45C1-03DD-7000B046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71668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EB6E-2ED2-CCF4-9DF1-759BA9E46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CF938-4E2D-FBA8-2B3A-C03F361E9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FAF87-A294-73F0-0AF7-29236C79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22CF8-4395-E609-AFAE-1CA0D19A4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8A851-CE31-6369-66FB-AA2E1606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5832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25D4-552B-6588-8032-5B8BEBFB1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C2774-D0C3-FDF1-DDA5-433899302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70982-F642-72A9-F7DF-95C2A4D6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B1811-2F57-CEEA-0BD8-36542A52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42576-D5E0-2633-5B9B-A50D7ABD4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6463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5836-C9F6-1AC5-4804-FF3F26339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C753C-319E-2131-F789-A0D272649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99287-4606-AAA5-E4AD-E20DF88F2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77CBC-6642-D126-D2BF-6A7D8C1C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7152F-6AE0-90B7-4E35-F642879F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90694-325C-3AB0-2304-F7623798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6549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FB81-C258-8857-14FA-931D91D42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7FD1B-1872-DDD2-92EF-D1E4EC0AC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C5BDC-E3AB-2F63-899B-965571E2E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BF81F-25BB-4AD0-E210-AC10B654A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23108-8089-2737-7ECE-1CE441160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0169A1-899C-83D9-2BB2-C34B464E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F10F4-B75B-7F01-CB40-59C00E1DA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09C3C-8BA1-5F92-66AE-62EFC4E0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065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167D-2C8B-06AA-AE5E-81BD15186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3C1F6B-F2A5-C02D-E079-666129300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A6A86-E6D6-825B-0C3F-C1919BFD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61BD2-A3B5-A2D7-1740-A6942FF0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1998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587FDD-DE3B-257E-A8CA-1679A661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91FAB-7EED-E475-5C04-BACCF7747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53EB3-74CA-8429-9D09-4B1D3FDE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91062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C244-9D9E-7EDC-FE4E-B12771D1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FCCA5-17ED-FBBE-0D8B-EEB7F7BDB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4E360-3CF3-F8CA-0DFF-94BF9C40B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C0CC-9523-0E25-A211-DE099B8DE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AC7B2-7EEB-EC61-93B8-F2B0B438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08310-B1D4-E22A-CC9F-F65F9CCB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7988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BAB5-7398-953C-2512-3B80B8A16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66410-3D9C-37B8-E41C-1DAD5892B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646DD-ADF0-DC0E-BDE8-52C3D7674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23132-F7F9-FEB1-A4C7-1B615037D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8C273-D3B8-A32B-3589-86361D380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1C13B-3938-51B5-EF06-F686F62E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058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853F-36A2-F555-45CF-C7AD813C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E652D-64DA-8619-8F30-55F34FCE3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8D670-B3BD-80A7-F6DE-F7798096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D52E1-DFC6-232E-9F48-64E54762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3CC2F-D155-FA45-66AB-99EDC31A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950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EBD37-34A2-2559-BF88-7F51090C6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9B375-B47F-DEF4-5ECE-EA154442E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A709F-F6EA-2BD1-3CB8-5B073561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16700-7D7A-D955-C735-3C6F7B42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4E2F7-C50D-F701-4D96-5CF5BD8A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929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AF052-D1CD-46A1-57D3-14848B3D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4893F-FC6F-6351-DBE7-6DE2CF230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AD6C9-EFB1-188D-7E7A-A517E6865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EEF9D-6522-4BAD-8403-7D989712CAC4}" type="datetimeFigureOut">
              <a:rPr lang="ro-RO" smtClean="0"/>
              <a:t>13.11.2025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BCF48-7A30-515D-9F7B-6CBD9CA82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087A6-736A-B032-6689-FBC448A8B8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DF067-0E46-4A66-BEEF-9EA0772C905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996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7" name="Rectangle 1046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161636-C9C4-EDC3-CDF1-9F99CA57C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Graph Neural Networks</a:t>
            </a:r>
            <a:endParaRPr lang="ro-RO" sz="4000" dirty="0">
              <a:solidFill>
                <a:schemeClr val="tx2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C26A7C-2532-4348-7D75-E781A1656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7" r="3" b="12267"/>
          <a:stretch>
            <a:fillRect/>
          </a:stretch>
        </p:blipFill>
        <p:spPr bwMode="auto">
          <a:xfrm>
            <a:off x="-1" y="10"/>
            <a:ext cx="12192001" cy="4201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291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94FC5-BA39-E534-89CC-28613CB0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4939D-900B-60E2-3C26-E10A22CC1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</a:t>
            </a:r>
            <a:r>
              <a:rPr lang="ro-RO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ro-RO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</a:t>
            </a:r>
            <a:r>
              <a:rPr lang="ro-RO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ro-RO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Graph</a:t>
            </a:r>
            <a:r>
              <a:rPr lang="ro-RO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06557CA-1C17-3F11-E094-89E5F1453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82" y="2144096"/>
            <a:ext cx="5528256" cy="331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79CA54-0418-1AB1-414D-7242727167E5}"/>
              </a:ext>
            </a:extLst>
          </p:cNvPr>
          <p:cNvSpPr txBox="1"/>
          <p:nvPr/>
        </p:nvSpPr>
        <p:spPr>
          <a:xfrm>
            <a:off x="1215956" y="5456013"/>
            <a:ext cx="3501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Graph components</a:t>
            </a:r>
            <a:endParaRPr lang="ro-RO" i="1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05402F00-81A5-7D07-2200-09EBCECC7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191" y="2374955"/>
            <a:ext cx="4692247" cy="2850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A455AA-851E-2D6E-15AB-691EBB49673D}"/>
              </a:ext>
            </a:extLst>
          </p:cNvPr>
          <p:cNvSpPr txBox="1"/>
          <p:nvPr/>
        </p:nvSpPr>
        <p:spPr>
          <a:xfrm>
            <a:off x="7305335" y="5329552"/>
            <a:ext cx="3501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Directional Graph example</a:t>
            </a:r>
            <a:endParaRPr lang="ro-RO" i="1" dirty="0"/>
          </a:p>
        </p:txBody>
      </p:sp>
    </p:spTree>
    <p:extLst>
      <p:ext uri="{BB962C8B-B14F-4D97-AF65-F5344CB8AC3E}">
        <p14:creationId xmlns:p14="http://schemas.microsoft.com/office/powerpoint/2010/main" val="88419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B2E4F-E0A0-ECFD-D439-568B13A4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FCE81-0282-85B9-1822-F12CE2A79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Graph</a:t>
            </a:r>
            <a:r>
              <a:rPr lang="ro-RO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ro-RO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representation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235BDC-11B5-48DC-7795-F746EAFEE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40" y="1966293"/>
            <a:ext cx="1079311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7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C8BDD-3FCA-2DE5-2A48-A1697CF3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C84F75-408E-9817-FFA2-7F9804C1E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04A21F-9816-E209-3083-6A6BD4B1E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356F5A-559A-83D7-7E76-B3C40EA24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AF8322-D9B6-8F00-AD8E-1EBFD0549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F223C-9CC8-9A31-52BA-893F6028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Graph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representation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D0256-051B-C60C-3251-8E125820D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02" y="1576447"/>
            <a:ext cx="7323911" cy="5108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871684-E6BA-F5A6-92D2-B480A7B17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108" y="2776279"/>
            <a:ext cx="4063143" cy="27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DF286B-0F73-74A5-5288-36148BF1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F651D-4DA9-581B-9DBD-651F81245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00" y="1966293"/>
            <a:ext cx="1113039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7A71A-0426-82C3-A98F-046A9AD3A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6F47B-1D82-CAB1-E4BC-39A40367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A526A-41DC-866D-F2CE-F27BF682B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144" y="1966293"/>
            <a:ext cx="917971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25DDF-BB2F-15C0-B06D-521F553A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2BE6D-D4DF-12BE-5A7E-7812DB6D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23D47-E807-115D-27FD-163DFCFD2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64" y="1966293"/>
            <a:ext cx="1047567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23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E0950-870C-B14E-53AD-F4A38F07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508C615-B48E-944C-82B7-6F59F485B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8015C8-1774-5B79-A5D6-B6C70BD6D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97294B-563E-F3ED-59B5-AB3616027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52B845-0685-E3A6-7D77-CA9E9CAA2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EB2BB8-01AE-664D-D73C-C5DA96F2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A69A4-3F19-FDC4-18D0-5923FE53F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13" y="1972129"/>
            <a:ext cx="5906324" cy="4486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9EAD7B-1E95-79C6-F891-06D9EEFDB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490" y="2618029"/>
            <a:ext cx="2600688" cy="6382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D9AA75-12EC-FE13-B627-CF22B469B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595" y="3860562"/>
            <a:ext cx="2229161" cy="5906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66C765-B938-A0CD-6DBF-602A978B4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2069" y="4428031"/>
            <a:ext cx="2133898" cy="5906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338CE7-51B6-98CB-1D33-07396A544A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3490" y="3256293"/>
            <a:ext cx="2267266" cy="5334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F0C802-C1B9-3D53-0E0F-173070DBE91B}"/>
              </a:ext>
            </a:extLst>
          </p:cNvPr>
          <p:cNvSpPr txBox="1"/>
          <p:nvPr/>
        </p:nvSpPr>
        <p:spPr>
          <a:xfrm>
            <a:off x="8332069" y="5287595"/>
            <a:ext cx="3501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Aggregation methods</a:t>
            </a:r>
            <a:endParaRPr lang="ro-RO" i="1" dirty="0"/>
          </a:p>
        </p:txBody>
      </p:sp>
    </p:spTree>
    <p:extLst>
      <p:ext uri="{BB962C8B-B14F-4D97-AF65-F5344CB8AC3E}">
        <p14:creationId xmlns:p14="http://schemas.microsoft.com/office/powerpoint/2010/main" val="1028103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7C98B-BAAE-D708-F23A-B2FD158DA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453E4E-F7A9-B4D3-A3E0-BE755D026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7894C2-C5B5-5390-D359-4CAB55FEE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C151F2-79ED-006E-B6A6-C994E541D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05AA17-25FB-E819-3D6F-BDFC0D0C1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79662-30ED-C582-8DD6-E3024AE60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8ED04-01F0-4423-2629-5F800BDE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780" y="1822348"/>
            <a:ext cx="9564435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25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63F539-DA63-732A-FA66-CDD5133D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AB68CD-7885-F0D0-B639-776AD4E51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F89DE0-4794-E212-9ABA-DC317CADF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955A51-EBAA-AFC1-28D7-6001D59FD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069BE2-AB48-97F9-10B8-489535C3F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EFB13-69A5-466E-4ACF-DEB68E1B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C3BDE-B2BE-B20F-DD70-9D38118A9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386" y="1991181"/>
            <a:ext cx="9669224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6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E2627-1D98-CF81-A4B5-A02D4730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25F6A0-B287-8724-3374-AFE2E3669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C45718-3BA6-402E-6873-CE5537409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009162-2A3B-2031-591F-A190DA6B4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5E548F-8D39-2D8D-C46F-E7F3375EC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F0588-6C01-D2C6-EBA1-F025175B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A174F8-9778-F647-178C-88FE924B8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965" y="1995944"/>
            <a:ext cx="9612066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52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FBF0C-F388-AD2A-37E1-7C3EB1436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6108A3-8D89-16C0-423B-2753FB5A4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2E946B-4A74-854C-FC38-CB411C338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FD7B7-5552-22AD-F497-ADA67210A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933409-F667-3572-F689-BDF17293B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E468A3-00B3-B555-0B57-44F9540D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397F6-AC28-869E-BE3C-BA087809C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41" y="2446114"/>
            <a:ext cx="11076913" cy="311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57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7C22F-00C2-CA43-F457-E2E6EBCD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A5B4CB-581C-06B9-0AF7-C39A06CF9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61DCFA-4EC9-88DD-CBE4-1B397A32D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1BEEA4-EEC4-965E-10D1-637AC82AC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56B417-AAC3-6605-A63C-33A9310F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94029-BFE8-934B-8671-15593096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60E79-D03F-8809-6B64-A3D67EEFA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43" y="2053102"/>
            <a:ext cx="9735909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6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1B9FD-1213-E437-FEC8-0D1D2803E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D4423F1-8E99-3AE0-91B3-4221F1F61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AFFF2-0E87-7E89-636D-FD332EC72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90F241-4D46-DA96-DBFD-AC67ED588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FA8B30-9008-1B7A-2C6D-0CCDE6C7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F2DA2-C2BB-AC0A-9A92-0BDA3FC3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EFB663-34E5-AA30-9CEC-6F29CD20A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780" y="1971879"/>
            <a:ext cx="9564435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030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0F7215-4E33-1936-C8F1-02CE50EF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61BBFE-FA02-CA31-315A-6A5C3003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5D5F66-3813-E268-2D09-D2ED5286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7F31BB-9334-5560-64F1-44D643228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19A170-E8D6-1D99-2A68-D075086E98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C7B4C-D54C-3BA9-F475-FBBE86CCE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EA642-6BC2-8BFA-26D7-E472472425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455"/>
          <a:stretch>
            <a:fillRect/>
          </a:stretch>
        </p:blipFill>
        <p:spPr>
          <a:xfrm>
            <a:off x="3806491" y="2650816"/>
            <a:ext cx="8064909" cy="3341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105FF7-5046-89DC-F9FB-94BFCDA509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30" t="1656" r="49734" b="56733"/>
          <a:stretch>
            <a:fillRect/>
          </a:stretch>
        </p:blipFill>
        <p:spPr>
          <a:xfrm>
            <a:off x="509758" y="1930849"/>
            <a:ext cx="2684834" cy="1994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DB8B7F-B9A1-786A-BDE8-425C6B7733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916" t="1995" r="11816" b="58389"/>
          <a:stretch>
            <a:fillRect/>
          </a:stretch>
        </p:blipFill>
        <p:spPr>
          <a:xfrm>
            <a:off x="611899" y="4093737"/>
            <a:ext cx="2480553" cy="189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53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237E2-AC08-6715-4AB7-5FA26A34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487052-A90B-7039-B0F9-621C47B7B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59492B-895B-05C4-B239-F0E782799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DB9105-3B24-10CE-5E33-D750B2490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2DA8BA-0014-AAD2-C04C-6D50253B4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7E3AD-A43E-AD3E-7DA7-62AAD2817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4000" dirty="0" err="1">
                <a:solidFill>
                  <a:srgbClr val="FFFFFF"/>
                </a:solidFill>
              </a:rPr>
              <a:t>Processing</a:t>
            </a:r>
            <a:r>
              <a:rPr lang="ro-RO" sz="4000" dirty="0">
                <a:solidFill>
                  <a:srgbClr val="FFFFFF"/>
                </a:solidFill>
              </a:rPr>
              <a:t> </a:t>
            </a:r>
            <a:r>
              <a:rPr lang="ro-RO" sz="4000" dirty="0" err="1">
                <a:solidFill>
                  <a:srgbClr val="FFFFFF"/>
                </a:solidFill>
              </a:rPr>
              <a:t>methods</a:t>
            </a:r>
            <a:r>
              <a:rPr lang="en-US" sz="4000" dirty="0">
                <a:solidFill>
                  <a:srgbClr val="FFFFFF"/>
                </a:solidFill>
              </a:rPr>
              <a:t>: GNN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F8DCB-80BD-2064-AAAB-17904D6A4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017" y="2067392"/>
            <a:ext cx="9573961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2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1B222-3B80-1B04-7909-7A0E25392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476C12-1E98-4FF7-CEA7-65C485DF1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7A9CA0-8F89-C4ED-356C-E1EB7BC07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A6AE3F-4BAB-02D2-1964-BB588BA71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89E109-43A9-DD94-6168-D49F41C3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6C5F6-204F-103A-26E8-0B8EFD78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Talking about adjacency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AE042-381D-E0CB-6F01-5A4F513D7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001" y="1574310"/>
            <a:ext cx="8599998" cy="448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45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AF664-F217-BD15-7ED6-0751B50D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DAF6C6-C5CE-A5DC-64BD-74C2BB032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87E5E7-A942-EAF0-972F-0E549287B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801DFE-7F1D-E88D-31B1-A3E86B84E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20489B-7EB2-5AE7-44B7-DD03AC9B5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A3C61-A377-7FFA-B5D9-7ABE14ACB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Talking about adjacency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73041-0823-BE23-129C-F19822045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867" y="1756677"/>
            <a:ext cx="9748262" cy="491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44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85B61-51A1-6783-3B1D-88191DE5C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7FDFA3-60E7-A002-C0E2-07DA155EA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AAFC85-6CBC-D9AE-5F26-A49A39805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9C75B2-E094-5867-CE6E-C4B87228D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2ECB6-A4DF-6DCB-3D5A-366C2A49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72F28-806D-CD6B-8E34-6D1AE5E0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Adaptive GNN – adjacency layers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85914D-F776-B076-9BA0-CDF7E8DDD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495" y="2776612"/>
            <a:ext cx="2743751" cy="2631508"/>
          </a:xfrm>
          <a:prstGeom prst="rect">
            <a:avLst/>
          </a:prstGeom>
        </p:spPr>
      </p:pic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D1EFDD37-2819-4F8C-50E6-CA312665138E}"/>
              </a:ext>
            </a:extLst>
          </p:cNvPr>
          <p:cNvSpPr/>
          <p:nvPr/>
        </p:nvSpPr>
        <p:spPr>
          <a:xfrm>
            <a:off x="3221372" y="3363985"/>
            <a:ext cx="604007" cy="545285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7" name="Arrow: Bent-Up 16">
            <a:extLst>
              <a:ext uri="{FF2B5EF4-FFF2-40B4-BE49-F238E27FC236}">
                <a16:creationId xmlns:a16="http://schemas.microsoft.com/office/drawing/2014/main" id="{8C48A0C1-D7E5-9F88-05C2-A1FCD01ACA36}"/>
              </a:ext>
            </a:extLst>
          </p:cNvPr>
          <p:cNvSpPr/>
          <p:nvPr/>
        </p:nvSpPr>
        <p:spPr>
          <a:xfrm>
            <a:off x="2869034" y="4597167"/>
            <a:ext cx="1051212" cy="71867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427B70D-4C9F-7B6A-D678-2166C3794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793" y="1822348"/>
            <a:ext cx="5789514" cy="49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4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119</Words>
  <Application>Microsoft Office PowerPoint</Application>
  <PresentationFormat>Widescreen</PresentationFormat>
  <Paragraphs>42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Graph Neural Networks</vt:lpstr>
      <vt:lpstr>What is a Graph?</vt:lpstr>
      <vt:lpstr>Graph representation</vt:lpstr>
      <vt:lpstr>Graph representation</vt:lpstr>
      <vt:lpstr>Processing methods: GNN</vt:lpstr>
      <vt:lpstr>Processing methods: GNN</vt:lpstr>
      <vt:lpstr>Processing methods: GNN</vt:lpstr>
      <vt:lpstr>Processing methods: GNN</vt:lpstr>
      <vt:lpstr>Processing methods: GNN</vt:lpstr>
      <vt:lpstr>Processing methods: GNN</vt:lpstr>
      <vt:lpstr>Processing methods: GNN</vt:lpstr>
      <vt:lpstr>Processing methods: GNN</vt:lpstr>
      <vt:lpstr>Processing methods: GNN</vt:lpstr>
      <vt:lpstr>Processing methods: GNN</vt:lpstr>
      <vt:lpstr>Processing methods: GNN</vt:lpstr>
      <vt:lpstr>Processing methods: GNN</vt:lpstr>
      <vt:lpstr>Talking about adjacency</vt:lpstr>
      <vt:lpstr>Talking about adjacency</vt:lpstr>
      <vt:lpstr>Adaptive GNN – adjacency layers</vt:lpstr>
    </vt:vector>
  </TitlesOfParts>
  <Company>Elektrobit Automotive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Tomuta, Gabriel</dc:creator>
  <cp:lastModifiedBy>Tomuta, Gabriel</cp:lastModifiedBy>
  <cp:revision>1</cp:revision>
  <dcterms:created xsi:type="dcterms:W3CDTF">2025-11-13T20:59:16Z</dcterms:created>
  <dcterms:modified xsi:type="dcterms:W3CDTF">2025-11-13T22:57:38Z</dcterms:modified>
</cp:coreProperties>
</file>